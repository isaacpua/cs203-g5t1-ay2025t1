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4"/>
  </p:sldMasterIdLst>
  <p:notesMasterIdLst>
    <p:notesMasterId r:id="rId9"/>
  </p:notesMasterIdLst>
  <p:sldIdLst>
    <p:sldId id="880" r:id="rId5"/>
    <p:sldId id="881" r:id="rId6"/>
    <p:sldId id="882" r:id="rId7"/>
    <p:sldId id="883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13CFCD"/>
    <a:srgbClr val="275B5D"/>
    <a:srgbClr val="01172C"/>
    <a:srgbClr val="FFFFFF"/>
    <a:srgbClr val="EFD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5BB36F-0E6E-B9C3-261E-D4E7513F3A4A}" v="5" dt="2025-05-27T07:19:54.642"/>
    <p1510:client id="{55A7AA87-4CC4-DF10-2E3D-48D56A2D4EDD}" v="65" dt="2025-05-27T16:11:20.2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071" autoAdjust="0"/>
  </p:normalViewPr>
  <p:slideViewPr>
    <p:cSldViewPr snapToGrid="0">
      <p:cViewPr varScale="1">
        <p:scale>
          <a:sx n="100" d="100"/>
          <a:sy n="100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F58FB-1EC4-004B-A35F-FD99FDA00DE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B3C13-CF72-6847-8260-901F21FC5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409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Model Context Protocol, or MCP, is an innovative framework developed by Anthropic, a leading organization in the field of artificial intelligence.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.irstly</a:t>
            </a:r>
            <a:r>
              <a:rPr dirty="0"/>
              <a:t>, it simplifies and standardizes AI integrations. What this means is that our platform provides a streamlined approach to incorporating AI into various applications, reducing the complexity and effort required from developers. By offering a standardized method, we ensure consistency and reliability across different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By leveraging these MCP servers and repositories, we can significantly enhance our AI capabilities, ensuring more efficient and effective development and deployment of AI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Managing tools and addressing security concerns are significant challenges in the current technological landscape</a:t>
            </a:r>
            <a:r>
              <a:t>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05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712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98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00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16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16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50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29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16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16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6782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06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487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0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83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86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C3A5224-B429-3643-9FC1-F746D50C3F9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9AFD2-49FA-6046-B343-816AA9590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332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f54f4e7-6513-4119-8b66-cfa53f6b6333" xsi:nil="true"/>
    <lcf76f155ced4ddcb4097134ff3c332f xmlns="f56e74cc-1123-405a-9548-d8653da79f5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9E76E104E5F04DAA977EFA19DAA1D1" ma:contentTypeVersion="12" ma:contentTypeDescription="Create a new document." ma:contentTypeScope="" ma:versionID="4b29db131838fb732e8e73118f661307">
  <xsd:schema xmlns:xsd="http://www.w3.org/2001/XMLSchema" xmlns:xs="http://www.w3.org/2001/XMLSchema" xmlns:p="http://schemas.microsoft.com/office/2006/metadata/properties" xmlns:ns2="f56e74cc-1123-405a-9548-d8653da79f55" xmlns:ns3="ff54f4e7-6513-4119-8b66-cfa53f6b6333" targetNamespace="http://schemas.microsoft.com/office/2006/metadata/properties" ma:root="true" ma:fieldsID="890b4a9e8fbd51fae0cc7a6663a54ee0" ns2:_="" ns3:_="">
    <xsd:import namespace="f56e74cc-1123-405a-9548-d8653da79f55"/>
    <xsd:import namespace="ff54f4e7-6513-4119-8b66-cfa53f6b63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6e74cc-1123-405a-9548-d8653da79f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c04c7dc-865a-4e3b-a55a-9ac833d492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54f4e7-6513-4119-8b66-cfa53f6b633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996c17c-8ae7-428d-9de4-94d642766410}" ma:internalName="TaxCatchAll" ma:showField="CatchAllData" ma:web="ff54f4e7-6513-4119-8b66-cfa53f6b63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62D6BB-2647-4DE0-9020-5832B2083CDA}">
  <ds:schemaRefs>
    <ds:schemaRef ds:uri="f56e74cc-1123-405a-9548-d8653da79f55"/>
    <ds:schemaRef ds:uri="ff54f4e7-6513-4119-8b66-cfa53f6b6333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CB9DD69-D814-4DAE-9A2C-44887659A001}">
  <ds:schemaRefs>
    <ds:schemaRef ds:uri="f56e74cc-1123-405a-9548-d8653da79f55"/>
    <ds:schemaRef ds:uri="ff54f4e7-6513-4119-8b66-cfa53f6b633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A01B7EE-3EE4-4245-9546-E40A9396405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232</TotalTime>
  <Words>121</Words>
  <Application>Microsoft Office PowerPoint</Application>
  <PresentationFormat>Custom</PresentationFormat>
  <Paragraphs>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DXC Update</dc:title>
  <dc:creator>Luke Tan</dc:creator>
  <cp:lastModifiedBy>Eugenia Poon</cp:lastModifiedBy>
  <cp:revision>40</cp:revision>
  <dcterms:created xsi:type="dcterms:W3CDTF">2024-01-03T03:22:35Z</dcterms:created>
  <dcterms:modified xsi:type="dcterms:W3CDTF">2025-07-17T08:55:54Z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0x010100F69E76E104E5F04DAA977EFA19DAA1D1</vt:lpwstr>
  </property>
  <property fmtid="{D5CDD505-2E9C-101B-9397-08002B2CF9AE}" pid="3" name="MediaServiceImageTags">
    <vt:lpwstr/>
  </property>
</Properties>
</file>