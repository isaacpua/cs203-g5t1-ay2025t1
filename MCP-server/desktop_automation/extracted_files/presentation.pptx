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Metadata/LabelInfo.xml" ContentType="application/vnd.ms-office.classificationlabel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 Id="rId6"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89" r:id="rId4"/>
  </p:sldMasterIdLst>
  <p:notesMasterIdLst>
    <p:notesMasterId r:id="rId7"/>
  </p:notesMasterIdLst>
  <p:sldIdLst>
    <p:sldId id="256" r:id="rId5"/>
    <p:sldId id="879" r:id="rId6"/>
    <p:sldId id="880" r:id="rId13"/>
    <p:sldId id="881" r:id="rId14"/>
    <p:sldId id="882" r:id="rId1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2D050"/>
    <a:srgbClr val="13CFCD"/>
    <a:srgbClr val="275B5D"/>
    <a:srgbClr val="01172C"/>
    <a:srgbClr val="FFFFFF"/>
    <a:srgbClr val="EFDAF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45BB36F-0E6E-B9C3-261E-D4E7513F3A4A}" v="5" dt="2025-05-27T07:19:54.642"/>
    <p1510:client id="{55A7AA87-4CC4-DF10-2E3D-48D56A2D4EDD}" v="65" dt="2025-05-27T16:11:20.26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75071" autoAdjust="0"/>
  </p:normalViewPr>
  <p:slideViewPr>
    <p:cSldViewPr snapToGrid="0">
      <p:cViewPr varScale="1">
        <p:scale>
          <a:sx n="90" d="100"/>
          <a:sy n="90" d="100"/>
        </p:scale>
        <p:origin x="1624" y="20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 Id="rId12" Type="http://schemas.microsoft.com/office/2015/10/relationships/revisionInfo" Target="revisionInfo.xml"/><Relationship Id="rId13" Type="http://schemas.openxmlformats.org/officeDocument/2006/relationships/slide" Target="slides/slide3.xml"/><Relationship Id="rId14" Type="http://schemas.openxmlformats.org/officeDocument/2006/relationships/slide" Target="slides/slide4.xml"/><Relationship Id="rId15"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BAF58FB-1EC4-004B-A35F-FD99FDA00DEB}" type="datetimeFigureOut">
              <a:rPr lang="en-US" smtClean="0"/>
              <a:t>6/11/25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C6B3C13-CF72-6847-8260-901F21FC589D}" type="slidenum">
              <a:rPr lang="en-US" smtClean="0"/>
              <a:t>‹#›</a:t>
            </a:fld>
            <a:endParaRPr lang="en-US"/>
          </a:p>
        </p:txBody>
      </p:sp>
    </p:spTree>
    <p:extLst>
      <p:ext uri="{BB962C8B-B14F-4D97-AF65-F5344CB8AC3E}">
        <p14:creationId xmlns:p14="http://schemas.microsoft.com/office/powerpoint/2010/main" val="285440987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SG"/>
          </a:p>
        </p:txBody>
      </p:sp>
      <p:sp>
        <p:nvSpPr>
          <p:cNvPr id="4" name="Slide Number Placeholder 3"/>
          <p:cNvSpPr>
            <a:spLocks noGrp="1"/>
          </p:cNvSpPr>
          <p:nvPr>
            <p:ph type="sldNum" sz="quarter" idx="5"/>
          </p:nvPr>
        </p:nvSpPr>
        <p:spPr/>
        <p:txBody>
          <a:bodyPr/>
          <a:lstStyle/>
          <a:p>
            <a:fld id="{DC6B3C13-CF72-6847-8260-901F21FC589D}" type="slidenum">
              <a:rPr lang="en-US" smtClean="0"/>
              <a:t>1</a:t>
            </a:fld>
            <a:endParaRPr lang="en-US"/>
          </a:p>
        </p:txBody>
      </p:sp>
    </p:spTree>
    <p:extLst>
      <p:ext uri="{BB962C8B-B14F-4D97-AF65-F5344CB8AC3E}">
        <p14:creationId xmlns:p14="http://schemas.microsoft.com/office/powerpoint/2010/main" val="388772568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SG"/>
              <a:t>Strong support from R management</a:t>
            </a:r>
          </a:p>
        </p:txBody>
      </p:sp>
      <p:sp>
        <p:nvSpPr>
          <p:cNvPr id="4" name="Slide Number Placeholder 3"/>
          <p:cNvSpPr>
            <a:spLocks noGrp="1"/>
          </p:cNvSpPr>
          <p:nvPr>
            <p:ph type="sldNum" sz="quarter" idx="5"/>
          </p:nvPr>
        </p:nvSpPr>
        <p:spPr/>
        <p:txBody>
          <a:bodyPr/>
          <a:lstStyle/>
          <a:p>
            <a:fld id="{DC6B3C13-CF72-6847-8260-901F21FC589D}" type="slidenum">
              <a:rPr lang="en-US" smtClean="0"/>
              <a:t>2</a:t>
            </a:fld>
            <a:endParaRPr lang="en-US"/>
          </a:p>
        </p:txBody>
      </p:sp>
    </p:spTree>
    <p:extLst>
      <p:ext uri="{BB962C8B-B14F-4D97-AF65-F5344CB8AC3E}">
        <p14:creationId xmlns:p14="http://schemas.microsoft.com/office/powerpoint/2010/main" val="1372299008"/>
      </p:ext>
    </p:extLst>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National University of Singapore, or NUS, has a rich history dating back to its founding in 1905. It originally started as the Straits Settlements and Federated Malay States Government Medical School, established to address the pressing need for medical professionals in the region. In 1921, the institution was renamed the King Edward VII College of Medicine, reflecting its growing stature and commitment to medical education. A significant milestone occurred in 1949 when the college merged with Raffles College, another prominent educational institution, to form the University of Malaya. This merger was instrumental in broadening the academic scope beyond medicine to include arts and sciences. In 1962, amidst the political changes in the region, the University of Malaya was reconstituted as the University of Singapore, marking a new chapter in its evolution. The final transformative event came in 1980 when the University of Singapore merged with Nanyang University, leading to the formation of the National University of Singapore as we know it today. This merger combined the strengths of both institutions, enhancing its reputation as a leading comprehensive university with a strong emphasis on research, innovation, and academic excellence.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the National University of Singapore (NUS), academic excellence is a hallmark that has consistently positioned the institution among the top universities globally. This esteemed reputation is built upon a comprehensive range of disciplines that NUS offers, spanning the sciences, engineering, business, and humanities. The university's commitment to research and innovation is a cornerstone of its academic philosophy, driving advancements and fostering a culture of inquiry and discovery. NUS has forged strategic collaborations with leading universities and institutions worldwide, enhancing its global footprint and providing students and faculty with invaluable opportunities for international engagement. Furthermore, NUS boasts state-of-the-art facilities and resources, ensuring that both students and faculty have access to the best environments and tools to support their academic and research endeavors. This combination of world-class education, cutting-edge research, and global partnerships underscores NUS's dedication to nurturing the next generation of leaders and innovators.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National University of Singapore (NUS) has a significant global impact across various sectors. Our graduates are making their mark by holding influential positions in academia, government, and industry worldwide, showcasing the quality of education and training they received here. NUS has made substantial contributions to global research, particularly in cutting-edge areas like technology, healthcare, and sustainability, driving innovation and solutions to some of the world's most pressing issues. The university is an active participant in international academic and research networks, fostering collaboration and knowledge exchange on a global scale. Additionally, NUS regularly hosts numerous international conferences and symposiums, providing platforms for thought leaders and experts to share insights and advancements. Our commitment to addressing global challenges through education and research is unwavering, as we continuously strive to create a positive impact on society and the world at large.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n-GB"/>
              <a:t>Click to edit Master title style</a:t>
            </a:r>
            <a:endParaRPr lang="en-US"/>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GB"/>
              <a:t>Click to edit Master subtitle style</a:t>
            </a:r>
            <a:endParaRPr lang="en-US"/>
          </a:p>
        </p:txBody>
      </p:sp>
      <p:sp>
        <p:nvSpPr>
          <p:cNvPr id="4" name="Date Placeholder 3"/>
          <p:cNvSpPr>
            <a:spLocks noGrp="1"/>
          </p:cNvSpPr>
          <p:nvPr>
            <p:ph type="dt" sz="half" idx="10"/>
          </p:nvPr>
        </p:nvSpPr>
        <p:spPr/>
        <p:txBody>
          <a:bodyPr/>
          <a:lstStyle/>
          <a:p>
            <a:fld id="{5C3A5224-B429-3643-9FC1-F746D50C3F94}" type="datetimeFigureOut">
              <a:rPr lang="en-US" smtClean="0"/>
              <a:t>6/11/25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769AFD2-49FA-6046-B343-816AA959056A}" type="slidenum">
              <a:rPr lang="en-US" smtClean="0"/>
              <a:t>‹#›</a:t>
            </a:fld>
            <a:endParaRPr lang="en-US"/>
          </a:p>
        </p:txBody>
      </p:sp>
    </p:spTree>
    <p:extLst>
      <p:ext uri="{BB962C8B-B14F-4D97-AF65-F5344CB8AC3E}">
        <p14:creationId xmlns:p14="http://schemas.microsoft.com/office/powerpoint/2010/main" val="13986820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3"/>
          <p:cNvSpPr>
            <a:spLocks noGrp="1"/>
          </p:cNvSpPr>
          <p:nvPr>
            <p:ph type="dt" sz="half" idx="10"/>
          </p:nvPr>
        </p:nvSpPr>
        <p:spPr/>
        <p:txBody>
          <a:bodyPr/>
          <a:lstStyle/>
          <a:p>
            <a:fld id="{5C3A5224-B429-3643-9FC1-F746D50C3F94}" type="datetimeFigureOut">
              <a:rPr lang="en-US" smtClean="0"/>
              <a:t>6/11/25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769AFD2-49FA-6046-B343-816AA959056A}" type="slidenum">
              <a:rPr lang="en-US" smtClean="0"/>
              <a:t>‹#›</a:t>
            </a:fld>
            <a:endParaRPr lang="en-US"/>
          </a:p>
        </p:txBody>
      </p:sp>
    </p:spTree>
    <p:extLst>
      <p:ext uri="{BB962C8B-B14F-4D97-AF65-F5344CB8AC3E}">
        <p14:creationId xmlns:p14="http://schemas.microsoft.com/office/powerpoint/2010/main" val="377110588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n-GB"/>
              <a:t>Click to edit Master title style</a:t>
            </a:r>
            <a:endParaRPr lang="en-US"/>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5C3A5224-B429-3643-9FC1-F746D50C3F94}" type="datetimeFigureOut">
              <a:rPr lang="en-US" smtClean="0"/>
              <a:t>6/11/25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769AFD2-49FA-6046-B343-816AA959056A}" type="slidenum">
              <a:rPr lang="en-US" smtClean="0"/>
              <a:t>‹#›</a:t>
            </a:fld>
            <a:endParaRPr lang="en-US"/>
          </a:p>
        </p:txBody>
      </p:sp>
    </p:spTree>
    <p:extLst>
      <p:ext uri="{BB962C8B-B14F-4D97-AF65-F5344CB8AC3E}">
        <p14:creationId xmlns:p14="http://schemas.microsoft.com/office/powerpoint/2010/main" val="36847129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p:cNvSpPr>
            <a:spLocks noGrp="1"/>
          </p:cNvSpPr>
          <p:nvPr>
            <p:ph type="dt" sz="half" idx="10"/>
          </p:nvPr>
        </p:nvSpPr>
        <p:spPr/>
        <p:txBody>
          <a:bodyPr/>
          <a:lstStyle/>
          <a:p>
            <a:fld id="{5C3A5224-B429-3643-9FC1-F746D50C3F94}" type="datetimeFigureOut">
              <a:rPr lang="en-US" smtClean="0"/>
              <a:t>6/11/25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769AFD2-49FA-6046-B343-816AA959056A}" type="slidenum">
              <a:rPr lang="en-US" smtClean="0"/>
              <a:t>‹#›</a:t>
            </a:fld>
            <a:endParaRPr lang="en-US"/>
          </a:p>
        </p:txBody>
      </p:sp>
    </p:spTree>
    <p:extLst>
      <p:ext uri="{BB962C8B-B14F-4D97-AF65-F5344CB8AC3E}">
        <p14:creationId xmlns:p14="http://schemas.microsoft.com/office/powerpoint/2010/main" val="181629815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GB"/>
              <a:t>Click to edit Master title style</a:t>
            </a:r>
            <a:endParaRPr lang="en-US"/>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p:cNvSpPr>
            <a:spLocks noGrp="1"/>
          </p:cNvSpPr>
          <p:nvPr>
            <p:ph type="dt" sz="half" idx="10"/>
          </p:nvPr>
        </p:nvSpPr>
        <p:spPr/>
        <p:txBody>
          <a:bodyPr/>
          <a:lstStyle/>
          <a:p>
            <a:fld id="{5C3A5224-B429-3643-9FC1-F746D50C3F94}" type="datetimeFigureOut">
              <a:rPr lang="en-US" smtClean="0"/>
              <a:t>6/11/25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F769AFD2-49FA-6046-B343-816AA959056A}" type="slidenum">
              <a:rPr lang="en-US" smtClean="0"/>
              <a:t>‹#›</a:t>
            </a:fld>
            <a:endParaRPr lang="en-US"/>
          </a:p>
        </p:txBody>
      </p:sp>
    </p:spTree>
    <p:extLst>
      <p:ext uri="{BB962C8B-B14F-4D97-AF65-F5344CB8AC3E}">
        <p14:creationId xmlns:p14="http://schemas.microsoft.com/office/powerpoint/2010/main" val="12180029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7" name="Date Placeholder 2"/>
          <p:cNvSpPr>
            <a:spLocks noGrp="1"/>
          </p:cNvSpPr>
          <p:nvPr>
            <p:ph type="dt" sz="half" idx="10"/>
          </p:nvPr>
        </p:nvSpPr>
        <p:spPr/>
        <p:txBody>
          <a:bodyPr/>
          <a:lstStyle/>
          <a:p>
            <a:fld id="{5C3A5224-B429-3643-9FC1-F746D50C3F94}" type="datetimeFigureOut">
              <a:rPr lang="en-US" smtClean="0"/>
              <a:t>6/11/25</a:t>
            </a:fld>
            <a:endParaRPr lang="en-US"/>
          </a:p>
        </p:txBody>
      </p:sp>
      <p:sp>
        <p:nvSpPr>
          <p:cNvPr id="5" name="Footer Placeholder 3"/>
          <p:cNvSpPr>
            <a:spLocks noGrp="1"/>
          </p:cNvSpPr>
          <p:nvPr>
            <p:ph type="ftr" sz="quarter" idx="11"/>
          </p:nvPr>
        </p:nvSpPr>
        <p:spPr/>
        <p:txBody>
          <a:bodyPr/>
          <a:lstStyle/>
          <a:p>
            <a:endParaRPr lang="en-US"/>
          </a:p>
        </p:txBody>
      </p:sp>
      <p:sp>
        <p:nvSpPr>
          <p:cNvPr id="6" name="Slide Number Placeholder 4"/>
          <p:cNvSpPr>
            <a:spLocks noGrp="1"/>
          </p:cNvSpPr>
          <p:nvPr>
            <p:ph type="sldNum" sz="quarter" idx="12"/>
          </p:nvPr>
        </p:nvSpPr>
        <p:spPr/>
        <p:txBody>
          <a:bodyPr/>
          <a:lstStyle/>
          <a:p>
            <a:fld id="{F769AFD2-49FA-6046-B343-816AA959056A}" type="slidenum">
              <a:rPr lang="en-US" smtClean="0"/>
              <a:t>‹#›</a:t>
            </a:fld>
            <a:endParaRPr lang="en-US"/>
          </a:p>
        </p:txBody>
      </p:sp>
    </p:spTree>
    <p:extLst>
      <p:ext uri="{BB962C8B-B14F-4D97-AF65-F5344CB8AC3E}">
        <p14:creationId xmlns:p14="http://schemas.microsoft.com/office/powerpoint/2010/main" val="218571664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5C3A5224-B429-3643-9FC1-F746D50C3F94}" type="datetimeFigureOut">
              <a:rPr lang="en-US" smtClean="0"/>
              <a:t>6/11/25</a:t>
            </a:fld>
            <a:endParaRPr lang="en-US"/>
          </a:p>
        </p:txBody>
      </p:sp>
      <p:sp>
        <p:nvSpPr>
          <p:cNvPr id="5" name="Footer Placeholder 2"/>
          <p:cNvSpPr>
            <a:spLocks noGrp="1"/>
          </p:cNvSpPr>
          <p:nvPr>
            <p:ph type="ftr" sz="quarter" idx="11"/>
          </p:nvPr>
        </p:nvSpPr>
        <p:spPr/>
        <p:txBody>
          <a:bodyPr/>
          <a:lstStyle/>
          <a:p>
            <a:endParaRPr lang="en-US"/>
          </a:p>
        </p:txBody>
      </p:sp>
      <p:sp>
        <p:nvSpPr>
          <p:cNvPr id="6" name="Slide Number Placeholder 3"/>
          <p:cNvSpPr>
            <a:spLocks noGrp="1"/>
          </p:cNvSpPr>
          <p:nvPr>
            <p:ph type="sldNum" sz="quarter" idx="12"/>
          </p:nvPr>
        </p:nvSpPr>
        <p:spPr/>
        <p:txBody>
          <a:bodyPr/>
          <a:lstStyle/>
          <a:p>
            <a:fld id="{F769AFD2-49FA-6046-B343-816AA959056A}" type="slidenum">
              <a:rPr lang="en-US" smtClean="0"/>
              <a:t>‹#›</a:t>
            </a:fld>
            <a:endParaRPr lang="en-US"/>
          </a:p>
        </p:txBody>
      </p:sp>
    </p:spTree>
    <p:extLst>
      <p:ext uri="{BB962C8B-B14F-4D97-AF65-F5344CB8AC3E}">
        <p14:creationId xmlns:p14="http://schemas.microsoft.com/office/powerpoint/2010/main" val="282001612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3" y="1447800"/>
            <a:ext cx="3401064" cy="1447800"/>
          </a:xfrm>
        </p:spPr>
        <p:txBody>
          <a:bodyPr anchor="b"/>
          <a:lstStyle>
            <a:lvl1pPr algn="l">
              <a:defRPr sz="2400" b="0"/>
            </a:lvl1pPr>
          </a:lstStyle>
          <a:p>
            <a:r>
              <a:rPr lang="en-GB"/>
              <a:t>Click to edit Master title style</a:t>
            </a:r>
            <a:endParaRPr lang="en-US"/>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p:cNvSpPr>
            <a:spLocks noGrp="1"/>
          </p:cNvSpPr>
          <p:nvPr>
            <p:ph type="body" sz="half" idx="2"/>
          </p:nvPr>
        </p:nvSpPr>
        <p:spPr>
          <a:xfrm>
            <a:off x="1154953"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7" name="Date Placeholder 4"/>
          <p:cNvSpPr>
            <a:spLocks noGrp="1"/>
          </p:cNvSpPr>
          <p:nvPr>
            <p:ph type="dt" sz="half" idx="10"/>
          </p:nvPr>
        </p:nvSpPr>
        <p:spPr/>
        <p:txBody>
          <a:bodyPr/>
          <a:lstStyle/>
          <a:p>
            <a:fld id="{5C3A5224-B429-3643-9FC1-F746D50C3F94}" type="datetimeFigureOut">
              <a:rPr lang="en-US" smtClean="0"/>
              <a:t>6/11/25</a:t>
            </a:fld>
            <a:endParaRPr lang="en-US"/>
          </a:p>
        </p:txBody>
      </p:sp>
      <p:sp>
        <p:nvSpPr>
          <p:cNvPr id="5" name="Footer Placeholder 5"/>
          <p:cNvSpPr>
            <a:spLocks noGrp="1"/>
          </p:cNvSpPr>
          <p:nvPr>
            <p:ph type="ftr" sz="quarter" idx="11"/>
          </p:nvPr>
        </p:nvSpPr>
        <p:spPr/>
        <p:txBody>
          <a:bodyPr/>
          <a:lstStyle/>
          <a:p>
            <a:endParaRPr lang="en-US"/>
          </a:p>
        </p:txBody>
      </p:sp>
      <p:sp>
        <p:nvSpPr>
          <p:cNvPr id="6" name="Slide Number Placeholder 6"/>
          <p:cNvSpPr>
            <a:spLocks noGrp="1"/>
          </p:cNvSpPr>
          <p:nvPr>
            <p:ph type="sldNum" sz="quarter" idx="12"/>
          </p:nvPr>
        </p:nvSpPr>
        <p:spPr/>
        <p:txBody>
          <a:bodyPr/>
          <a:lstStyle/>
          <a:p>
            <a:fld id="{F769AFD2-49FA-6046-B343-816AA959056A}" type="slidenum">
              <a:rPr lang="en-US" smtClean="0"/>
              <a:t>‹#›</a:t>
            </a:fld>
            <a:endParaRPr lang="en-US"/>
          </a:p>
        </p:txBody>
      </p:sp>
    </p:spTree>
    <p:extLst>
      <p:ext uri="{BB962C8B-B14F-4D97-AF65-F5344CB8AC3E}">
        <p14:creationId xmlns:p14="http://schemas.microsoft.com/office/powerpoint/2010/main" val="176505074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n-GB"/>
              <a:t>Click to edit Master title style</a:t>
            </a:r>
            <a:endParaRPr lang="en-US"/>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GB"/>
              <a:t>Click icon to add picture</a:t>
            </a:r>
            <a:endParaRPr lang="en-US"/>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4"/>
          <p:cNvSpPr>
            <a:spLocks noGrp="1"/>
          </p:cNvSpPr>
          <p:nvPr>
            <p:ph type="dt" sz="half" idx="10"/>
          </p:nvPr>
        </p:nvSpPr>
        <p:spPr/>
        <p:txBody>
          <a:bodyPr/>
          <a:lstStyle/>
          <a:p>
            <a:fld id="{5C3A5224-B429-3643-9FC1-F746D50C3F94}" type="datetimeFigureOut">
              <a:rPr lang="en-US" smtClean="0"/>
              <a:t>6/11/25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769AFD2-49FA-6046-B343-816AA959056A}" type="slidenum">
              <a:rPr lang="en-US" smtClean="0"/>
              <a:t>‹#›</a:t>
            </a:fld>
            <a:endParaRPr lang="en-US"/>
          </a:p>
        </p:txBody>
      </p:sp>
    </p:spTree>
    <p:extLst>
      <p:ext uri="{BB962C8B-B14F-4D97-AF65-F5344CB8AC3E}">
        <p14:creationId xmlns:p14="http://schemas.microsoft.com/office/powerpoint/2010/main" val="288572996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n-GB"/>
              <a:t>Click to edit Master title style</a:t>
            </a:r>
            <a:endParaRPr lang="en-US"/>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GB"/>
              <a:t>Click icon to add picture</a:t>
            </a:r>
            <a:endParaRPr lang="en-US"/>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4"/>
          <p:cNvSpPr>
            <a:spLocks noGrp="1"/>
          </p:cNvSpPr>
          <p:nvPr>
            <p:ph type="dt" sz="half" idx="10"/>
          </p:nvPr>
        </p:nvSpPr>
        <p:spPr/>
        <p:txBody>
          <a:bodyPr/>
          <a:lstStyle/>
          <a:p>
            <a:fld id="{5C3A5224-B429-3643-9FC1-F746D50C3F94}" type="datetimeFigureOut">
              <a:rPr lang="en-US" smtClean="0"/>
              <a:t>6/11/25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769AFD2-49FA-6046-B343-816AA959056A}" type="slidenum">
              <a:rPr lang="en-US" smtClean="0"/>
              <a:t>‹#›</a:t>
            </a:fld>
            <a:endParaRPr lang="en-US"/>
          </a:p>
        </p:txBody>
      </p:sp>
    </p:spTree>
    <p:extLst>
      <p:ext uri="{BB962C8B-B14F-4D97-AF65-F5344CB8AC3E}">
        <p14:creationId xmlns:p14="http://schemas.microsoft.com/office/powerpoint/2010/main" val="405011611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n-GB"/>
              <a:t>Click to edit Master title style</a:t>
            </a:r>
            <a:endParaRPr lang="en-US"/>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4" name="Date Placeholder 3"/>
          <p:cNvSpPr>
            <a:spLocks noGrp="1"/>
          </p:cNvSpPr>
          <p:nvPr>
            <p:ph type="dt" sz="half" idx="10"/>
          </p:nvPr>
        </p:nvSpPr>
        <p:spPr/>
        <p:txBody>
          <a:bodyPr/>
          <a:lstStyle/>
          <a:p>
            <a:fld id="{5C3A5224-B429-3643-9FC1-F746D50C3F94}" type="datetimeFigureOut">
              <a:rPr lang="en-US" smtClean="0"/>
              <a:t>6/11/25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769AFD2-49FA-6046-B343-816AA959056A}" type="slidenum">
              <a:rPr lang="en-US" smtClean="0"/>
              <a:t>‹#›</a:t>
            </a:fld>
            <a:endParaRPr lang="en-US"/>
          </a:p>
        </p:txBody>
      </p:sp>
    </p:spTree>
    <p:extLst>
      <p:ext uri="{BB962C8B-B14F-4D97-AF65-F5344CB8AC3E}">
        <p14:creationId xmlns:p14="http://schemas.microsoft.com/office/powerpoint/2010/main" val="60471625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en-GB"/>
              <a:t>Click to edit Master title style</a:t>
            </a:r>
            <a:endParaRPr lang="en-US"/>
          </a:p>
        </p:txBody>
      </p:sp>
      <p:sp>
        <p:nvSpPr>
          <p:cNvPr id="11" name="Text Placeholder 3"/>
          <p:cNvSpPr>
            <a:spLocks noGrp="1"/>
          </p:cNvSpPr>
          <p:nvPr>
            <p:ph type="body" sz="half" idx="14"/>
          </p:nvPr>
        </p:nvSpPr>
        <p:spPr>
          <a:xfrm>
            <a:off x="1930400" y="3771174"/>
            <a:ext cx="727964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en-GB"/>
              <a:t>Click to 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4" name="Date Placeholder 3"/>
          <p:cNvSpPr>
            <a:spLocks noGrp="1"/>
          </p:cNvSpPr>
          <p:nvPr>
            <p:ph type="dt" sz="half" idx="10"/>
          </p:nvPr>
        </p:nvSpPr>
        <p:spPr/>
        <p:txBody>
          <a:bodyPr/>
          <a:lstStyle/>
          <a:p>
            <a:fld id="{5C3A5224-B429-3643-9FC1-F746D50C3F94}" type="datetimeFigureOut">
              <a:rPr lang="en-US" smtClean="0"/>
              <a:t>6/11/25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769AFD2-49FA-6046-B343-816AA959056A}" type="slidenum">
              <a:rPr lang="en-US" smtClean="0"/>
              <a:t>‹#›</a:t>
            </a:fld>
            <a:endParaRPr lang="en-US"/>
          </a:p>
        </p:txBody>
      </p:sp>
      <p:sp>
        <p:nvSpPr>
          <p:cNvPr id="12" name="TextBox 11"/>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a:t>“</a:t>
            </a:r>
          </a:p>
        </p:txBody>
      </p:sp>
      <p:sp>
        <p:nvSpPr>
          <p:cNvPr id="15" name="TextBox 14"/>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a:t>”</a:t>
            </a:r>
          </a:p>
        </p:txBody>
      </p:sp>
    </p:spTree>
    <p:extLst>
      <p:ext uri="{BB962C8B-B14F-4D97-AF65-F5344CB8AC3E}">
        <p14:creationId xmlns:p14="http://schemas.microsoft.com/office/powerpoint/2010/main" val="178678268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en-GB"/>
              <a:t>Click to edit Master title style</a:t>
            </a:r>
            <a:endParaRPr lang="en-US"/>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5C3A5224-B429-3643-9FC1-F746D50C3F94}" type="datetimeFigureOut">
              <a:rPr lang="en-US" smtClean="0"/>
              <a:t>6/11/25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769AFD2-49FA-6046-B343-816AA959056A}" type="slidenum">
              <a:rPr lang="en-US" smtClean="0"/>
              <a:t>‹#›</a:t>
            </a:fld>
            <a:endParaRPr lang="en-US"/>
          </a:p>
        </p:txBody>
      </p:sp>
    </p:spTree>
    <p:extLst>
      <p:ext uri="{BB962C8B-B14F-4D97-AF65-F5344CB8AC3E}">
        <p14:creationId xmlns:p14="http://schemas.microsoft.com/office/powerpoint/2010/main" val="153130602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GB"/>
              <a:t>Click to edit Master title style</a:t>
            </a:r>
            <a:endParaRPr lang="en-US"/>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cxnSp>
        <p:nvCxnSpPr>
          <p:cNvPr id="17" name="Straight Connector 16"/>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5C3A5224-B429-3643-9FC1-F746D50C3F94}" type="datetimeFigureOut">
              <a:rPr lang="en-US" smtClean="0"/>
              <a:t>6/11/25</a:t>
            </a:fld>
            <a:endParaRPr lang="en-US"/>
          </a:p>
        </p:txBody>
      </p:sp>
      <p:sp>
        <p:nvSpPr>
          <p:cNvPr id="4"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769AFD2-49FA-6046-B343-816AA959056A}" type="slidenum">
              <a:rPr lang="en-US" smtClean="0"/>
              <a:t>‹#›</a:t>
            </a:fld>
            <a:endParaRPr lang="en-US"/>
          </a:p>
        </p:txBody>
      </p:sp>
    </p:spTree>
    <p:extLst>
      <p:ext uri="{BB962C8B-B14F-4D97-AF65-F5344CB8AC3E}">
        <p14:creationId xmlns:p14="http://schemas.microsoft.com/office/powerpoint/2010/main" val="196514874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GB"/>
              <a:t>Click to edit Master title style</a:t>
            </a:r>
            <a:endParaRPr lang="en-US"/>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GB"/>
              <a:t>Click icon to add picture</a:t>
            </a:r>
            <a:endParaRPr lang="en-US"/>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GB"/>
              <a:t>Click icon to add picture</a:t>
            </a:r>
            <a:endParaRPr lang="en-US"/>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GB"/>
              <a:t>Click icon to add picture</a:t>
            </a:r>
            <a:endParaRPr lang="en-US"/>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cxnSp>
        <p:nvCxnSpPr>
          <p:cNvPr id="19" name="Straight Connector 18"/>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5C3A5224-B429-3643-9FC1-F746D50C3F94}" type="datetimeFigureOut">
              <a:rPr lang="en-US" smtClean="0"/>
              <a:t>6/11/25</a:t>
            </a:fld>
            <a:endParaRPr lang="en-US"/>
          </a:p>
        </p:txBody>
      </p:sp>
      <p:sp>
        <p:nvSpPr>
          <p:cNvPr id="4"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769AFD2-49FA-6046-B343-816AA959056A}" type="slidenum">
              <a:rPr lang="en-US" smtClean="0"/>
              <a:t>‹#›</a:t>
            </a:fld>
            <a:endParaRPr lang="en-US"/>
          </a:p>
        </p:txBody>
      </p:sp>
    </p:spTree>
    <p:extLst>
      <p:ext uri="{BB962C8B-B14F-4D97-AF65-F5344CB8AC3E}">
        <p14:creationId xmlns:p14="http://schemas.microsoft.com/office/powerpoint/2010/main" val="14033047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Vertical Text Placeholder 2"/>
          <p:cNvSpPr>
            <a:spLocks noGrp="1"/>
          </p:cNvSpPr>
          <p:nvPr>
            <p:ph type="body" orient="vert" idx="1"/>
          </p:nvPr>
        </p:nvSpPr>
        <p:spPr/>
        <p:txBody>
          <a:bodyPr vert="eaVert" anchor="t" anchorCtr="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p:txBody>
          <a:bodyPr/>
          <a:lstStyle/>
          <a:p>
            <a:fld id="{5C3A5224-B429-3643-9FC1-F746D50C3F94}" type="datetimeFigureOut">
              <a:rPr lang="en-US" smtClean="0"/>
              <a:t>6/11/25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769AFD2-49FA-6046-B343-816AA959056A}" type="slidenum">
              <a:rPr lang="en-US" smtClean="0"/>
              <a:t>‹#›</a:t>
            </a:fld>
            <a:endParaRPr lang="en-US"/>
          </a:p>
        </p:txBody>
      </p:sp>
    </p:spTree>
    <p:extLst>
      <p:ext uri="{BB962C8B-B14F-4D97-AF65-F5344CB8AC3E}">
        <p14:creationId xmlns:p14="http://schemas.microsoft.com/office/powerpoint/2010/main" val="222958382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n-GB"/>
              <a:t>Click to edit Master title style</a:t>
            </a:r>
            <a:endParaRPr lang="en-US"/>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p:txBody>
          <a:bodyPr/>
          <a:lstStyle/>
          <a:p>
            <a:fld id="{5C3A5224-B429-3643-9FC1-F746D50C3F94}" type="datetimeFigureOut">
              <a:rPr lang="en-US" smtClean="0"/>
              <a:t>6/11/25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769AFD2-49FA-6046-B343-816AA959056A}" type="slidenum">
              <a:rPr lang="en-US" smtClean="0"/>
              <a:t>‹#›</a:t>
            </a:fld>
            <a:endParaRPr lang="en-US"/>
          </a:p>
        </p:txBody>
      </p:sp>
    </p:spTree>
    <p:extLst>
      <p:ext uri="{BB962C8B-B14F-4D97-AF65-F5344CB8AC3E}">
        <p14:creationId xmlns:p14="http://schemas.microsoft.com/office/powerpoint/2010/main" val="3431586676"/>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theme" Target="../theme/theme1.xml"/><Relationship Id="rId19" Type="http://schemas.openxmlformats.org/officeDocument/2006/relationships/image" Target="../media/image2.png"/><Relationship Id="rId20" Type="http://schemas.openxmlformats.org/officeDocument/2006/relationships/image" Target="../media/image3.png"/><Relationship Id="rId21" Type="http://schemas.openxmlformats.org/officeDocument/2006/relationships/image" Target="../media/image4.png"/><Relationship Id="rId22"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n-GB"/>
              <a:t>Click to edit Master title style</a:t>
            </a:r>
            <a:endParaRPr lang="en-US"/>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5C3A5224-B429-3643-9FC1-F746D50C3F94}" type="datetimeFigureOut">
              <a:rPr lang="en-US" smtClean="0"/>
              <a:t>6/11/25</a:t>
            </a:fld>
            <a:endParaRPr lang="en-US"/>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US"/>
          </a:p>
        </p:txBody>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F769AFD2-49FA-6046-B343-816AA959056A}" type="slidenum">
              <a:rPr lang="en-US" smtClean="0"/>
              <a:t>‹#›</a:t>
            </a:fld>
            <a:endParaRPr lang="en-US"/>
          </a:p>
        </p:txBody>
      </p:sp>
    </p:spTree>
    <p:extLst>
      <p:ext uri="{BB962C8B-B14F-4D97-AF65-F5344CB8AC3E}">
        <p14:creationId xmlns:p14="http://schemas.microsoft.com/office/powerpoint/2010/main" val="745733268"/>
      </p:ext>
    </p:extLst>
  </p:cSld>
  <p:clrMap bg1="dk1" tx1="lt1" bg2="dk2" tx2="lt2" accent1="accent1" accent2="accent2" accent3="accent3" accent4="accent4" accent5="accent5" accent6="accent6" hlink="hlink" folHlink="folHlink"/>
  <p:sldLayoutIdLst>
    <p:sldLayoutId id="2147483690" r:id="rId1"/>
    <p:sldLayoutId id="2147483691" r:id="rId2"/>
    <p:sldLayoutId id="2147483692" r:id="rId3"/>
    <p:sldLayoutId id="2147483693" r:id="rId4"/>
    <p:sldLayoutId id="2147483694" r:id="rId5"/>
    <p:sldLayoutId id="2147483695" r:id="rId6"/>
    <p:sldLayoutId id="2147483696" r:id="rId7"/>
    <p:sldLayoutId id="2147483697" r:id="rId8"/>
    <p:sldLayoutId id="2147483698" r:id="rId9"/>
    <p:sldLayoutId id="2147483699" r:id="rId10"/>
    <p:sldLayoutId id="2147483700" r:id="rId11"/>
    <p:sldLayoutId id="2147483701" r:id="rId12"/>
    <p:sldLayoutId id="2147483702" r:id="rId13"/>
    <p:sldLayoutId id="2147483703" r:id="rId14"/>
    <p:sldLayoutId id="2147483704" r:id="rId15"/>
    <p:sldLayoutId id="2147483705" r:id="rId16"/>
    <p:sldLayoutId id="2147483706" r:id="rId17"/>
  </p:sldLayoutIdLst>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6.jp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7.jp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8.jpg"/><Relationship Id="rId3"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AA9886-6CEF-AFD3-D91A-617E9A8B8CE9}"/>
              </a:ext>
            </a:extLst>
          </p:cNvPr>
          <p:cNvSpPr>
            <a:spLocks noGrp="1"/>
          </p:cNvSpPr>
          <p:nvPr>
            <p:ph type="ctrTitle"/>
          </p:nvPr>
        </p:nvSpPr>
        <p:spPr>
          <a:xfrm>
            <a:off x="1154955" y="357442"/>
            <a:ext cx="9838866" cy="3329581"/>
          </a:xfrm>
        </p:spPr>
        <p:txBody>
          <a:bodyPr/>
          <a:lstStyle/>
          <a:p>
            <a:endParaRPr lang="en-US" sz="5400" b="1" dirty="0">
              <a:latin typeface="+mn-lt"/>
            </a:endParaRPr>
          </a:p>
        </p:txBody>
      </p:sp>
      <p:sp>
        <p:nvSpPr>
          <p:cNvPr id="3" name="Subtitle 2">
            <a:extLst>
              <a:ext uri="{FF2B5EF4-FFF2-40B4-BE49-F238E27FC236}">
                <a16:creationId xmlns:a16="http://schemas.microsoft.com/office/drawing/2014/main" id="{746E51C8-6F2E-0D90-09B4-122DD68BB994}"/>
              </a:ext>
            </a:extLst>
          </p:cNvPr>
          <p:cNvSpPr>
            <a:spLocks noGrp="1"/>
          </p:cNvSpPr>
          <p:nvPr>
            <p:ph type="subTitle" idx="1"/>
          </p:nvPr>
        </p:nvSpPr>
        <p:spPr>
          <a:xfrm>
            <a:off x="1260058" y="3949500"/>
            <a:ext cx="9144000" cy="1655762"/>
          </a:xfrm>
        </p:spPr>
        <p:txBody>
          <a:bodyPr>
            <a:normAutofit/>
          </a:bodyPr>
          <a:lstStyle/>
          <a:p>
            <a:endParaRPr lang="en-US" dirty="0"/>
          </a:p>
        </p:txBody>
      </p:sp>
    </p:spTree>
    <p:extLst>
      <p:ext uri="{BB962C8B-B14F-4D97-AF65-F5344CB8AC3E}">
        <p14:creationId xmlns:p14="http://schemas.microsoft.com/office/powerpoint/2010/main" val="223629993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C8A6CD-8129-3345-CBA4-D82FA124CEF7}"/>
              </a:ext>
            </a:extLst>
          </p:cNvPr>
          <p:cNvSpPr>
            <a:spLocks noGrp="1"/>
          </p:cNvSpPr>
          <p:nvPr>
            <p:ph type="title"/>
          </p:nvPr>
        </p:nvSpPr>
        <p:spPr/>
        <p:txBody>
          <a:bodyPr/>
          <a:lstStyle/>
          <a:p>
            <a:endParaRPr lang="en-SG" b="1" dirty="0">
              <a:solidFill>
                <a:srgbClr val="92D050"/>
              </a:solidFill>
            </a:endParaRPr>
          </a:p>
        </p:txBody>
      </p:sp>
      <p:sp>
        <p:nvSpPr>
          <p:cNvPr id="7" name="Content Placeholder 6">
            <a:extLst>
              <a:ext uri="{FF2B5EF4-FFF2-40B4-BE49-F238E27FC236}">
                <a16:creationId xmlns:a16="http://schemas.microsoft.com/office/drawing/2014/main" id="{F612F71E-8C04-7029-DD67-BCFC7B7DBB66}"/>
              </a:ext>
            </a:extLst>
          </p:cNvPr>
          <p:cNvSpPr txBox="1">
            <a:spLocks noGrp="1"/>
          </p:cNvSpPr>
          <p:nvPr>
            <p:ph idx="1"/>
          </p:nvPr>
        </p:nvSpPr>
        <p:spPr>
          <a:xfrm>
            <a:off x="646111" y="2138998"/>
            <a:ext cx="6689437" cy="523220"/>
          </a:xfrm>
          <a:prstGeom prst="rect">
            <a:avLst/>
          </a:prstGeom>
          <a:noFill/>
        </p:spPr>
        <p:txBody>
          <a:bodyPr wrap="square" rtlCol="0">
            <a:spAutoFit/>
          </a:bodyPr>
          <a:lstStyle/>
          <a:p>
            <a:pPr marL="0" indent="0">
              <a:buNone/>
            </a:pPr>
            <a:endParaRPr lang="en-SG" sz="2800" dirty="0"/>
          </a:p>
        </p:txBody>
      </p:sp>
    </p:spTree>
    <p:extLst>
      <p:ext uri="{BB962C8B-B14F-4D97-AF65-F5344CB8AC3E}">
        <p14:creationId xmlns:p14="http://schemas.microsoft.com/office/powerpoint/2010/main" val="974099430"/>
      </p:ext>
    </p:extLst>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History of the National University of Singapore</a:t>
            </a:r>
          </a:p>
        </p:txBody>
      </p:sp>
      <p:sp>
        <p:nvSpPr>
          <p:cNvPr id="3" name="Subtitle 2"/>
          <p:cNvSpPr>
            <a:spLocks noGrp="1"/>
          </p:cNvSpPr>
          <p:nvPr>
            <p:ph type="subTitle" idx="1"/>
          </p:nvPr>
        </p:nvSpPr>
        <p:spPr/>
        <p:txBody>
          <a:bodyPr/>
          <a:lstStyle/>
          <a:p/>
        </p:txBody>
      </p:sp>
      <p:pic>
        <p:nvPicPr>
          <p:cNvPr id="4" name="Picture 3" descr="image.jpg"/>
          <p:cNvPicPr>
            <a:picLocks noChangeAspect="1"/>
          </p:cNvPicPr>
          <p:nvPr/>
        </p:nvPicPr>
        <p:blipFill>
          <a:blip r:embed="rId2"/>
          <a:stretch>
            <a:fillRect/>
          </a:stretch>
        </p:blipFill>
        <p:spPr>
          <a:xfrm>
            <a:off x="8991600" y="2400300"/>
            <a:ext cx="2743200" cy="20574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Academic Excellence at NUS</a:t>
            </a:r>
          </a:p>
        </p:txBody>
      </p:sp>
      <p:sp>
        <p:nvSpPr>
          <p:cNvPr id="3" name="Content Placeholder 2"/>
          <p:cNvSpPr>
            <a:spLocks noGrp="1"/>
          </p:cNvSpPr>
          <p:nvPr>
            <p:ph idx="1"/>
          </p:nvPr>
        </p:nvSpPr>
        <p:spPr/>
        <p:txBody>
          <a:bodyPr/>
          <a:lstStyle/>
          <a:p/>
          <a:p>
            <a:pPr/>
            <a:r>
              <a:t>Consistently ranked among the top universities globally</a:t>
            </a:r>
          </a:p>
          <a:p>
            <a:pPr/>
            <a:r>
              <a:t>Offers a comprehensive range of disciplines including sciences, engineering, business, and humanities</a:t>
            </a:r>
          </a:p>
          <a:p>
            <a:pPr/>
            <a:r>
              <a:t>Strong focus on research and innovation</a:t>
            </a:r>
          </a:p>
          <a:p>
            <a:pPr/>
            <a:r>
              <a:t>Collaborations with leading universities and institutions worldwide</a:t>
            </a:r>
          </a:p>
          <a:p>
            <a:pPr/>
            <a:r>
              <a:t>State-of-the-art facilities and resources for students and faculty</a:t>
            </a:r>
          </a:p>
        </p:txBody>
      </p:sp>
      <p:pic>
        <p:nvPicPr>
          <p:cNvPr id="4" name="Picture 3" descr="image.jpg"/>
          <p:cNvPicPr>
            <a:picLocks noChangeAspect="1"/>
          </p:cNvPicPr>
          <p:nvPr/>
        </p:nvPicPr>
        <p:blipFill>
          <a:blip r:embed="rId2"/>
          <a:stretch>
            <a:fillRect/>
          </a:stretch>
        </p:blipFill>
        <p:spPr>
          <a:xfrm>
            <a:off x="8991600" y="2400300"/>
            <a:ext cx="2743200" cy="20574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Global Impact of NUS</a:t>
            </a:r>
          </a:p>
        </p:txBody>
      </p:sp>
      <p:sp>
        <p:nvSpPr>
          <p:cNvPr id="3" name="Content Placeholder 2"/>
          <p:cNvSpPr>
            <a:spLocks noGrp="1"/>
          </p:cNvSpPr>
          <p:nvPr>
            <p:ph idx="1"/>
          </p:nvPr>
        </p:nvSpPr>
        <p:spPr/>
        <p:txBody>
          <a:bodyPr/>
          <a:lstStyle/>
          <a:p/>
          <a:p>
            <a:pPr/>
            <a:r>
              <a:t>Graduates hold influential positions in academia, government, and industry</a:t>
            </a:r>
          </a:p>
          <a:p>
            <a:pPr/>
            <a:r>
              <a:t>Contributions to global research in areas such as technology, healthcare, and sustainability</a:t>
            </a:r>
          </a:p>
          <a:p>
            <a:pPr/>
            <a:r>
              <a:t>Active participant in international academic and research networks</a:t>
            </a:r>
          </a:p>
          <a:p>
            <a:pPr/>
            <a:r>
              <a:t>Hosts numerous international conferences and symposiums</a:t>
            </a:r>
          </a:p>
          <a:p>
            <a:pPr/>
            <a:r>
              <a:t>Commitment to addressing global challenges through education and research</a:t>
            </a:r>
          </a:p>
        </p:txBody>
      </p:sp>
      <p:pic>
        <p:nvPicPr>
          <p:cNvPr id="4" name="Picture 3" descr="image.jpg"/>
          <p:cNvPicPr>
            <a:picLocks noChangeAspect="1"/>
          </p:cNvPicPr>
          <p:nvPr/>
        </p:nvPicPr>
        <p:blipFill>
          <a:blip r:embed="rId2"/>
          <a:stretch>
            <a:fillRect/>
          </a:stretch>
        </p:blipFill>
        <p:spPr>
          <a:xfrm>
            <a:off x="8991600" y="2400300"/>
            <a:ext cx="2743200" cy="2057400"/>
          </a:xfrm>
          <a:prstGeom prst="rect">
            <a:avLst/>
          </a:prstGeom>
        </p:spPr>
      </p:pic>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F69E76E104E5F04DAA977EFA19DAA1D1" ma:contentTypeVersion="12" ma:contentTypeDescription="Create a new document." ma:contentTypeScope="" ma:versionID="4b29db131838fb732e8e73118f661307">
  <xsd:schema xmlns:xsd="http://www.w3.org/2001/XMLSchema" xmlns:xs="http://www.w3.org/2001/XMLSchema" xmlns:p="http://schemas.microsoft.com/office/2006/metadata/properties" xmlns:ns2="f56e74cc-1123-405a-9548-d8653da79f55" xmlns:ns3="ff54f4e7-6513-4119-8b66-cfa53f6b6333" targetNamespace="http://schemas.microsoft.com/office/2006/metadata/properties" ma:root="true" ma:fieldsID="890b4a9e8fbd51fae0cc7a6663a54ee0" ns2:_="" ns3:_="">
    <xsd:import namespace="f56e74cc-1123-405a-9548-d8653da79f55"/>
    <xsd:import namespace="ff54f4e7-6513-4119-8b66-cfa53f6b6333"/>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MediaServiceDateTaken"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56e74cc-1123-405a-9548-d8653da79f5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lcf76f155ced4ddcb4097134ff3c332f" ma:index="17" nillable="true" ma:taxonomy="true" ma:internalName="lcf76f155ced4ddcb4097134ff3c332f" ma:taxonomyFieldName="MediaServiceImageTags" ma:displayName="Image Tags" ma:readOnly="false" ma:fieldId="{5cf76f15-5ced-4ddc-b409-7134ff3c332f}" ma:taxonomyMulti="true" ma:sspId="0c04c7dc-865a-4e3b-a55a-9ac833d492e2" ma:termSetId="09814cd3-568e-fe90-9814-8d621ff8fb84" ma:anchorId="fba54fb3-c3e1-fe81-a776-ca4b69148c4d" ma:open="true" ma:isKeyword="false">
      <xsd:complexType>
        <xsd:sequence>
          <xsd:element ref="pc:Terms" minOccurs="0" maxOccurs="1"/>
        </xsd:sequence>
      </xsd:complexType>
    </xsd:element>
    <xsd:element name="MediaServiceBillingMetadata" ma:index="19"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ff54f4e7-6513-4119-8b66-cfa53f6b6333" elementFormDefault="qualified">
    <xsd:import namespace="http://schemas.microsoft.com/office/2006/documentManagement/types"/>
    <xsd:import namespace="http://schemas.microsoft.com/office/infopath/2007/PartnerControls"/>
    <xsd:element name="TaxCatchAll" ma:index="18" nillable="true" ma:displayName="Taxonomy Catch All Column" ma:hidden="true" ma:list="{6996c17c-8ae7-428d-9de4-94d642766410}" ma:internalName="TaxCatchAll" ma:showField="CatchAllData" ma:web="ff54f4e7-6513-4119-8b66-cfa53f6b6333">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TaxCatchAll xmlns="ff54f4e7-6513-4119-8b66-cfa53f6b6333" xsi:nil="true"/>
    <lcf76f155ced4ddcb4097134ff3c332f xmlns="f56e74cc-1123-405a-9548-d8653da79f55">
      <Terms xmlns="http://schemas.microsoft.com/office/infopath/2007/PartnerControls"/>
    </lcf76f155ced4ddcb4097134ff3c332f>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9CB9DD69-D814-4DAE-9A2C-44887659A001}">
  <ds:schemaRefs>
    <ds:schemaRef ds:uri="f56e74cc-1123-405a-9548-d8653da79f55"/>
    <ds:schemaRef ds:uri="ff54f4e7-6513-4119-8b66-cfa53f6b6333"/>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E962D6BB-2647-4DE0-9020-5832B2083CDA}">
  <ds:schemaRefs>
    <ds:schemaRef ds:uri="f56e74cc-1123-405a-9548-d8653da79f55"/>
    <ds:schemaRef ds:uri="ff54f4e7-6513-4119-8b66-cfa53f6b6333"/>
    <ds:schemaRef ds:uri="http://schemas.microsoft.com/office/2006/metadata/properties"/>
    <ds:schemaRef ds:uri="http://schemas.microsoft.com/office/infopath/2007/PartnerControls"/>
  </ds:schemaRefs>
</ds:datastoreItem>
</file>

<file path=customXml/itemProps3.xml><?xml version="1.0" encoding="utf-8"?>
<ds:datastoreItem xmlns:ds="http://schemas.openxmlformats.org/officeDocument/2006/customXml" ds:itemID="{AA01B7EE-3EE4-4245-9546-E40A93964055}">
  <ds:schemaRefs>
    <ds:schemaRef ds:uri="http://schemas.microsoft.com/sharepoint/v3/contenttype/forms"/>
  </ds:schemaRefs>
</ds:datastoreItem>
</file>

<file path=docMetadata/LabelInfo.xml><?xml version="1.0" encoding="utf-8"?>
<clbl:labelList xmlns:clbl="http://schemas.microsoft.com/office/2020/mipLabelMetadata">
  <clbl:label id="{15ce9348-be2a-462b-8fc0-e1765a9b204a}" enabled="0" method="" siteId="{15ce9348-be2a-462b-8fc0-e1765a9b204a}" removed="1"/>
</clbl:labelList>
</file>

<file path=docProps/app.xml><?xml version="1.0" encoding="utf-8"?>
<Properties xmlns="http://schemas.openxmlformats.org/officeDocument/2006/extended-properties" xmlns:vt="http://schemas.openxmlformats.org/officeDocument/2006/docPropsVTypes">
  <Template>Ion</Template>
  <TotalTime>229</TotalTime>
  <Words>7</Words>
  <Application>Microsoft Macintosh PowerPoint</Application>
  <PresentationFormat>Widescreen</PresentationFormat>
  <Paragraphs>3</Paragraphs>
  <Slides>2</Slides>
  <Notes>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vt:i4>
      </vt:variant>
    </vt:vector>
  </HeadingPairs>
  <TitlesOfParts>
    <vt:vector size="6" baseType="lpstr">
      <vt:lpstr>Calibri</vt:lpstr>
      <vt:lpstr>Century Gothic</vt:lpstr>
      <vt:lpstr>Wingdings 3</vt:lpstr>
      <vt:lpstr>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DXC Update</dc:title>
  <dc:creator>Luke Tan</dc:creator>
  <cp:lastModifiedBy>Isaac PUA Jin Lit</cp:lastModifiedBy>
  <cp:revision>37</cp:revision>
  <dcterms:created xsi:type="dcterms:W3CDTF">2024-01-03T03:22:35Z</dcterms:created>
  <dcterms:modified xsi:type="dcterms:W3CDTF">2025-06-11T01:49:59Z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0x010100F69E76E104E5F04DAA977EFA19DAA1D1</vt:lpwstr>
  </property>
  <property fmtid="{D5CDD505-2E9C-101B-9397-08002B2CF9AE}" pid="3" name="MediaServiceImageTags">
    <vt:lpwstr/>
  </property>
</Properties>
</file>