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4"/>
  </p:sldMasterIdLst>
  <p:notesMasterIdLst>
    <p:notesMasterId r:id="rId7"/>
  </p:notesMasterIdLst>
  <p:sldIdLst>
    <p:sldId id="256" r:id="rId5"/>
    <p:sldId id="879" r:id="rId6"/>
    <p:sldId id="880" r:id="rId13"/>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13CFCD"/>
    <a:srgbClr val="275B5D"/>
    <a:srgbClr val="01172C"/>
    <a:srgbClr val="FFFFFF"/>
    <a:srgbClr val="EFD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BB36F-0E6E-B9C3-261E-D4E7513F3A4A}" v="5" dt="2025-05-27T07:19:54.642"/>
    <p1510:client id="{55A7AA87-4CC4-DF10-2E3D-48D56A2D4EDD}" v="65" dt="2025-05-27T16:11:20.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071" autoAdjust="0"/>
  </p:normalViewPr>
  <p:slideViewPr>
    <p:cSldViewPr snapToGrid="0">
      <p:cViewPr varScale="1">
        <p:scale>
          <a:sx n="90" d="100"/>
          <a:sy n="90" d="100"/>
        </p:scale>
        <p:origin x="16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F58FB-1EC4-004B-A35F-FD99FDA00DEB}" type="datetimeFigureOut">
              <a:rPr lang="en-US" smtClean="0"/>
              <a:t>6/11/25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B3C13-CF72-6847-8260-901F21FC589D}" type="slidenum">
              <a:rPr lang="en-US" smtClean="0"/>
              <a:t>‹#›</a:t>
            </a:fld>
            <a:endParaRPr lang="en-US"/>
          </a:p>
        </p:txBody>
      </p:sp>
    </p:spTree>
    <p:extLst>
      <p:ext uri="{BB962C8B-B14F-4D97-AF65-F5344CB8AC3E}">
        <p14:creationId xmlns:p14="http://schemas.microsoft.com/office/powerpoint/2010/main" val="2854409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DC6B3C13-CF72-6847-8260-901F21FC589D}" type="slidenum">
              <a:rPr lang="en-US" smtClean="0"/>
              <a:t>1</a:t>
            </a:fld>
            <a:endParaRPr lang="en-US"/>
          </a:p>
        </p:txBody>
      </p:sp>
    </p:spTree>
    <p:extLst>
      <p:ext uri="{BB962C8B-B14F-4D97-AF65-F5344CB8AC3E}">
        <p14:creationId xmlns:p14="http://schemas.microsoft.com/office/powerpoint/2010/main" val="388772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Strong support from R management</a:t>
            </a:r>
          </a:p>
        </p:txBody>
      </p:sp>
      <p:sp>
        <p:nvSpPr>
          <p:cNvPr id="4" name="Slide Number Placeholder 3"/>
          <p:cNvSpPr>
            <a:spLocks noGrp="1"/>
          </p:cNvSpPr>
          <p:nvPr>
            <p:ph type="sldNum" sz="quarter" idx="5"/>
          </p:nvPr>
        </p:nvSpPr>
        <p:spPr/>
        <p:txBody>
          <a:bodyPr/>
          <a:lstStyle/>
          <a:p>
            <a:fld id="{DC6B3C13-CF72-6847-8260-901F21FC589D}" type="slidenum">
              <a:rPr lang="en-US" smtClean="0"/>
              <a:t>2</a:t>
            </a:fld>
            <a:endParaRPr lang="en-US"/>
          </a:p>
        </p:txBody>
      </p:sp>
    </p:spTree>
    <p:extLst>
      <p:ext uri="{BB962C8B-B14F-4D97-AF65-F5344CB8AC3E}">
        <p14:creationId xmlns:p14="http://schemas.microsoft.com/office/powerpoint/2010/main" val="1372299008"/>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Ocean Gate is dedicated to advancing our understanding of the ocean through innovative exploration and technology. Our mission is to open the oceans, enabling researchers, scientists, and explorers to access the depths of the seas like never before. We achieve this through the development and deployment of cutting-edge submersibles and underwater technology. Among our key projects are groundbreaking expeditions to the Titanic wreck site and the exploration of deep-sea ecosystems, which have provided invaluable data and insights. Our collaborations with esteemed scientific and research organizations, such as NOAA and various universities, enhance our ability to push the boundaries of marine science. Looking ahead, Ocean Gate is committed to expanding our technological capabilities and undertaking new initiatives that will further unlock the secrets of the ocean, contributing to global efforts in marine conservation and understanding.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398682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77110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684712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81629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5C3A5224-B429-3643-9FC1-F746D50C3F94}" type="datetimeFigureOut">
              <a:rPr lang="en-US" smtClean="0"/>
              <a:t>6/11/25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2180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7" name="Date Placeholder 2"/>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18571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82001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765050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885729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4050116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604716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786782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531306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965148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40330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229583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43158667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 Id="rId20" Type="http://schemas.openxmlformats.org/officeDocument/2006/relationships/image" Target="../media/image3.png"/><Relationship Id="rId21" Type="http://schemas.openxmlformats.org/officeDocument/2006/relationships/image" Target="../media/image4.png"/><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C3A5224-B429-3643-9FC1-F746D50C3F94}" type="datetimeFigureOut">
              <a:rPr lang="en-US" smtClean="0"/>
              <a:t>6/11/25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769AFD2-49FA-6046-B343-816AA959056A}" type="slidenum">
              <a:rPr lang="en-US" smtClean="0"/>
              <a:t>‹#›</a:t>
            </a:fld>
            <a:endParaRPr lang="en-US"/>
          </a:p>
        </p:txBody>
      </p:sp>
    </p:spTree>
    <p:extLst>
      <p:ext uri="{BB962C8B-B14F-4D97-AF65-F5344CB8AC3E}">
        <p14:creationId xmlns:p14="http://schemas.microsoft.com/office/powerpoint/2010/main" val="74573326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9886-6CEF-AFD3-D91A-617E9A8B8CE9}"/>
              </a:ext>
            </a:extLst>
          </p:cNvPr>
          <p:cNvSpPr>
            <a:spLocks noGrp="1"/>
          </p:cNvSpPr>
          <p:nvPr>
            <p:ph type="ctrTitle"/>
          </p:nvPr>
        </p:nvSpPr>
        <p:spPr>
          <a:xfrm>
            <a:off x="1154955" y="357442"/>
            <a:ext cx="9838866" cy="3329581"/>
          </a:xfrm>
        </p:spPr>
        <p:txBody>
          <a:bodyPr/>
          <a:lstStyle/>
          <a:p>
            <a:endParaRPr lang="en-US" sz="5400" b="1" dirty="0">
              <a:latin typeface="+mn-lt"/>
            </a:endParaRPr>
          </a:p>
        </p:txBody>
      </p:sp>
      <p:sp>
        <p:nvSpPr>
          <p:cNvPr id="3" name="Subtitle 2">
            <a:extLst>
              <a:ext uri="{FF2B5EF4-FFF2-40B4-BE49-F238E27FC236}">
                <a16:creationId xmlns:a16="http://schemas.microsoft.com/office/drawing/2014/main" id="{746E51C8-6F2E-0D90-09B4-122DD68BB994}"/>
              </a:ext>
            </a:extLst>
          </p:cNvPr>
          <p:cNvSpPr>
            <a:spLocks noGrp="1"/>
          </p:cNvSpPr>
          <p:nvPr>
            <p:ph type="subTitle" idx="1"/>
          </p:nvPr>
        </p:nvSpPr>
        <p:spPr>
          <a:xfrm>
            <a:off x="1260058" y="3949500"/>
            <a:ext cx="9144000" cy="1655762"/>
          </a:xfrm>
        </p:spPr>
        <p:txBody>
          <a:bodyPr>
            <a:normAutofit/>
          </a:bodyPr>
          <a:lstStyle/>
          <a:p>
            <a:endParaRPr lang="en-US" dirty="0"/>
          </a:p>
        </p:txBody>
      </p:sp>
    </p:spTree>
    <p:extLst>
      <p:ext uri="{BB962C8B-B14F-4D97-AF65-F5344CB8AC3E}">
        <p14:creationId xmlns:p14="http://schemas.microsoft.com/office/powerpoint/2010/main" val="2236299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A6CD-8129-3345-CBA4-D82FA124CEF7}"/>
              </a:ext>
            </a:extLst>
          </p:cNvPr>
          <p:cNvSpPr>
            <a:spLocks noGrp="1"/>
          </p:cNvSpPr>
          <p:nvPr>
            <p:ph type="title"/>
          </p:nvPr>
        </p:nvSpPr>
        <p:spPr/>
        <p:txBody>
          <a:bodyPr/>
          <a:lstStyle/>
          <a:p>
            <a:endParaRPr lang="en-SG" b="1" dirty="0">
              <a:solidFill>
                <a:srgbClr val="92D050"/>
              </a:solidFill>
            </a:endParaRPr>
          </a:p>
        </p:txBody>
      </p:sp>
      <p:sp>
        <p:nvSpPr>
          <p:cNvPr id="7" name="Content Placeholder 6">
            <a:extLst>
              <a:ext uri="{FF2B5EF4-FFF2-40B4-BE49-F238E27FC236}">
                <a16:creationId xmlns:a16="http://schemas.microsoft.com/office/drawing/2014/main" id="{F612F71E-8C04-7029-DD67-BCFC7B7DBB66}"/>
              </a:ext>
            </a:extLst>
          </p:cNvPr>
          <p:cNvSpPr txBox="1">
            <a:spLocks noGrp="1"/>
          </p:cNvSpPr>
          <p:nvPr>
            <p:ph idx="1"/>
          </p:nvPr>
        </p:nvSpPr>
        <p:spPr>
          <a:xfrm>
            <a:off x="646111" y="2138998"/>
            <a:ext cx="6689437" cy="523220"/>
          </a:xfrm>
          <a:prstGeom prst="rect">
            <a:avLst/>
          </a:prstGeom>
          <a:noFill/>
        </p:spPr>
        <p:txBody>
          <a:bodyPr wrap="square" rtlCol="0">
            <a:spAutoFit/>
          </a:bodyPr>
          <a:lstStyle/>
          <a:p>
            <a:pPr marL="0" indent="0">
              <a:buNone/>
            </a:pPr>
            <a:endParaRPr lang="en-SG" sz="2800" dirty="0"/>
          </a:p>
        </p:txBody>
      </p:sp>
    </p:spTree>
    <p:extLst>
      <p:ext uri="{BB962C8B-B14F-4D97-AF65-F5344CB8AC3E}">
        <p14:creationId xmlns:p14="http://schemas.microsoft.com/office/powerpoint/2010/main" val="974099430"/>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age.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9E76E104E5F04DAA977EFA19DAA1D1" ma:contentTypeVersion="12" ma:contentTypeDescription="Create a new document." ma:contentTypeScope="" ma:versionID="4b29db131838fb732e8e73118f661307">
  <xsd:schema xmlns:xsd="http://www.w3.org/2001/XMLSchema" xmlns:xs="http://www.w3.org/2001/XMLSchema" xmlns:p="http://schemas.microsoft.com/office/2006/metadata/properties" xmlns:ns2="f56e74cc-1123-405a-9548-d8653da79f55" xmlns:ns3="ff54f4e7-6513-4119-8b66-cfa53f6b6333" targetNamespace="http://schemas.microsoft.com/office/2006/metadata/properties" ma:root="true" ma:fieldsID="890b4a9e8fbd51fae0cc7a6663a54ee0" ns2:_="" ns3:_="">
    <xsd:import namespace="f56e74cc-1123-405a-9548-d8653da79f55"/>
    <xsd:import namespace="ff54f4e7-6513-4119-8b66-cfa53f6b63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6e74cc-1123-405a-9548-d8653da79f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c04c7dc-865a-4e3b-a55a-9ac833d492e2" ma:termSetId="09814cd3-568e-fe90-9814-8d621ff8fb84" ma:anchorId="fba54fb3-c3e1-fe81-a776-ca4b69148c4d" ma:open="true" ma:isKeyword="false">
      <xsd:complexType>
        <xsd:sequence>
          <xsd:element ref="pc:Terms" minOccurs="0" maxOccurs="1"/>
        </xsd:sequence>
      </xsd:complex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54f4e7-6513-4119-8b66-cfa53f6b633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996c17c-8ae7-428d-9de4-94d642766410}" ma:internalName="TaxCatchAll" ma:showField="CatchAllData" ma:web="ff54f4e7-6513-4119-8b66-cfa53f6b63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f54f4e7-6513-4119-8b66-cfa53f6b6333" xsi:nil="true"/>
    <lcf76f155ced4ddcb4097134ff3c332f xmlns="f56e74cc-1123-405a-9548-d8653da79f5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B9DD69-D814-4DAE-9A2C-44887659A001}">
  <ds:schemaRefs>
    <ds:schemaRef ds:uri="f56e74cc-1123-405a-9548-d8653da79f55"/>
    <ds:schemaRef ds:uri="ff54f4e7-6513-4119-8b66-cfa53f6b63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962D6BB-2647-4DE0-9020-5832B2083CDA}">
  <ds:schemaRefs>
    <ds:schemaRef ds:uri="f56e74cc-1123-405a-9548-d8653da79f55"/>
    <ds:schemaRef ds:uri="ff54f4e7-6513-4119-8b66-cfa53f6b6333"/>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A01B7EE-3EE4-4245-9546-E40A93964055}">
  <ds:schemaRefs>
    <ds:schemaRef ds:uri="http://schemas.microsoft.com/sharepoint/v3/contenttype/forms"/>
  </ds:schemaRefs>
</ds:datastoreItem>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Ion</Template>
  <TotalTime>229</TotalTime>
  <Words>7</Words>
  <Application>Microsoft Macintosh PowerPoint</Application>
  <PresentationFormat>Widescreen</PresentationFormat>
  <Paragraphs>3</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Century Gothic</vt:lpstr>
      <vt:lpstr>Wingdings 3</vt:lpstr>
      <vt:lpstr>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DXC Update</dc:title>
  <dc:creator>Luke Tan</dc:creator>
  <cp:lastModifiedBy>Isaac PUA Jin Lit</cp:lastModifiedBy>
  <cp:revision>37</cp:revision>
  <dcterms:created xsi:type="dcterms:W3CDTF">2024-01-03T03:22:35Z</dcterms:created>
  <dcterms:modified xsi:type="dcterms:W3CDTF">2025-06-11T01:49:59Z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0x010100F69E76E104E5F04DAA977EFA19DAA1D1</vt:lpwstr>
  </property>
  <property fmtid="{D5CDD505-2E9C-101B-9397-08002B2CF9AE}" pid="3" name="MediaServiceImageTags">
    <vt:lpwstr/>
  </property>
</Properties>
</file>